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417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EFE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GIRASSOL APRESENTA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0" y="2999232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EDIÇÃO SHOPPING OUTLET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350008" y="3886200"/>
            <a:ext cx="7498080" cy="566928"/>
          </a:xfrm>
          <a:prstGeom prst="roundRect">
            <a:avLst>
              <a:gd name="adj" fmla="val 14516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50008" y="38862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PARCERIA ESTRATÉGICA · PALCO OFICIAL DO CASTING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4800600"/>
            <a:ext cx="8165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este ano sobe ao palco no coração do Shopping Outlet.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Direcção de Produção e Conteúdo · Setembro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próximo grande talento vai ser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descoberto dentro do Shopping Outlet.”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2286000"/>
            <a:ext cx="8714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sucesso da primeira edição de A Grande Chance, que revelou os actores de Os Donos do Silêncio, a Rede Girassol prepara o maior casting de televisão de Angola em busca do elenco da sua próxima grande ficção: Filhos da Terra.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383280"/>
            <a:ext cx="8714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proposta tem uma contrapartida central e diferenciadora: a fase presencial do casting realiza-se dentro do Shopping Outlet. O shopping deixa de ser um espaço publicitário e passa a ser o palco oficial onde nascem as próximas estrelas da ficção angolana.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075688" y="4892040"/>
            <a:ext cx="8046720" cy="713232"/>
          </a:xfrm>
          <a:prstGeom prst="roundRect">
            <a:avLst>
              <a:gd name="adj" fmla="val 11538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75688" y="48920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Shopping  ·  1 Novela  ·  Milhares de Sonhos  ·  Milhares de Visitantes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DE SUCESSO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· 1ª Edição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1481328"/>
            <a:ext cx="8714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casting de televisão de Angola, que revelou o elenco de Os Donos do Silêncio.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12.000+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INSCRIÇÕES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todo o país na primeira edição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SELECCIONADOS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casting presencial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4312" y="2459736"/>
            <a:ext cx="658368" cy="658368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904" y="2624328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91856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DONOS DO SILÊNCIO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4736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de audiência com elenco 100% revelado pelo casting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526280"/>
            <a:ext cx="8714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está validado: um casting nacional gera mobilização massiva de público, conteúdo de forte audiência e um elenco que o país conhece e apoia antes da estreia da novela. É essa mobilização que esta proposta coloca dentro do Shopping Outlet.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Exibição da 1ª edição com distribuição nacional: ZAP · TVCabo · DStv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PARA O SHOPPING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Porquê o casting dentro do shopping.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270205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4772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massivo e recorrente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604772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candidato convocado chega acompanhado por familiares e amigos. Milhares de visitas adicionais concentradas nos dias de casting.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7356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3388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7020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28916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 prolongada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328916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candidato espera, almoça, lancha e passeia. Uma visita de 40 minutos transforma-se numa permanência de meio dia, com efeito directo no consumo.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53212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9244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508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4772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shopping como cenário nacional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604772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aparece em emissão nacional como o palco onde os sonhos acontecem, em todos os episódios, teasers e bastidores.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77356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3388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8508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28916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emocional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328916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fica ligada ao dia em que alguém teve a grande chance. Inclusão, oportunidade e ascensão social não se compram com publicidade convencional.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não compra publicidade. Recebe o acontecimento.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MECÂNICA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espaços, um espectáculo.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5788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171700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PALCO DA CHANCE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3212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· aberto ao público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8972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cénica com a identidade de A Grande Chance e do Shopping Outlet. Recepção dos candidatos, desafios abertos, reacções do júri e anúncio dos apurados. É o íman de público e o cenário principal das gravações.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9932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17170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77356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SALA DE AUDIÇÕES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277356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fechado cedido pelo shopping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643116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convertida em estúdio, com som e luz controlados. É aqui que o júri avalia tecnicamente cada candidato, em condições que a área comum não permite, garantindo que o casting cumpre a sua função: encontrar o elenco de Filhos da Terra.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194560" y="5257800"/>
            <a:ext cx="7799832" cy="621792"/>
          </a:xfrm>
          <a:prstGeom prst="roundRect">
            <a:avLst>
              <a:gd name="adj" fmla="val 13235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194560" y="5257800"/>
            <a:ext cx="7799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dias de operação  ·  2 a 3 fins-de-semana consecutivos  ·  dias de maior tráfego natural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dia de casting, um episódio especial.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4523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955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Inscrições e recepção dos candidatos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307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Bastidores das audições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523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955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de representação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307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739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júri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955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vida dos participantes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2307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739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dos apurados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5486400"/>
            <a:ext cx="8714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acompanha o talento, a evolução e a superação dos concorrentes.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está presente em todos estes momentos, porque todos acontecem dentro dele.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JÚRI E APRESENTADORA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rostos que vão guiar esta jornada.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0" y="169164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APRESENTADORA</a:t>
            </a:r>
            <a:endParaRPr lang="en-US" sz="1200" dirty="0"/>
          </a:p>
        </p:txBody>
      </p:sp>
      <p:pic>
        <p:nvPicPr>
          <p:cNvPr id="5" name="Image 0" descr="/tmp/claude-0/-home-user-Redegirassol/2f2b6029-1649-5525-934e-4378fba9b21d/scratchpad/ph-judd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034540"/>
            <a:ext cx="1417320" cy="141732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85816" y="2034540"/>
            <a:ext cx="1417320" cy="141732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35204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Juddy da Conceição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0" y="38404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0" y="43434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JÚRI</a:t>
            </a:r>
            <a:endParaRPr lang="en-US" sz="1200" dirty="0"/>
          </a:p>
        </p:txBody>
      </p:sp>
      <p:pic>
        <p:nvPicPr>
          <p:cNvPr id="10" name="Image 1" descr="/tmp/claude-0/-home-user-Redegirassol/2f2b6029-1649-5525-934e-4378fba9b21d/scratchpad/ph-tal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736" y="4640580"/>
            <a:ext cx="1051560" cy="1051560"/>
          </a:xfrm>
          <a:prstGeom prst="ellipse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5973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8531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Kialanda “Talibã”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8531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4" name="Image 2" descr="/tmp/claude-0/-home-user-Redegirassol/2f2b6029-1649-5525-934e-4378fba9b21d/scratchpad/ph-gr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696" y="4640580"/>
            <a:ext cx="1051560" cy="1051560"/>
          </a:xfrm>
          <a:prstGeom prst="ellipse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56869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9427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Mendes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449427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8" name="Image 3" descr="/tmp/claude-0/-home-user-Redegirassol/2f2b6029-1649-5525-934e-4378fba9b21d/scratchpad/ph-mawe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4640580"/>
            <a:ext cx="1051560" cy="1051560"/>
          </a:xfrm>
          <a:prstGeom prst="ellipse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67765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60323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Mawete Paciência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760323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em linha com o pitch geral de A Grande Chance 2026, sujeito a confirmação contratual.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CONTRAPARTIDAS DE VISIBILIDADE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Outlet · Palco Oficial de A Grande Chance 2026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9676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264" y="22448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da fase presencial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08660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Grande Chance 2026, casting oficial no Shopping Outlet”, com menção verbal da apresentadora em cada episódio.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9684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29300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448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2564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em antena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58284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no genérico, cartelas e separadores. Fachada e interiores integrados na narrativa dos episódios e nos teasers.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79308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78924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22448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2188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digital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407908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localização em toda a convocatória nacional dos candidatos, bastidores com júri e apresentadora, desafios de participação.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80060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979676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264" y="437540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Activação no espaço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08660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do shopping e das lojas junto ao Palco da Chance, com campanhas internas no fim-de-semana da Grande Chance.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9684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829300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1888" y="437540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12564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Exclusividade de categoria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58284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de centros comerciais e retalho imobiliário fechada em exclusivo para o Shopping Outlet, mediante negociação.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79308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678924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2" y="437540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62188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Relações públicas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407908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nas comunicações de imprensa, convites para a gala de anúncio do elenco e antestreia de Filhos da Terra.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sujeitas a aprovação editorial, técnica e comercial.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INVESTIMENTO DO PARCEIRO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misto: contrapartidas em espécie e investimento.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12364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171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ESPÉCIE · ESSENCIAIS À OPERAÇÃO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4692" y="3108960"/>
            <a:ext cx="4581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para o Palco da Chance e montagem prévia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ou sala para audições, camarins e apoio de produção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garantida, com acesso a gerador em caso de corte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de segurança e limpeza nos dias de casting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Ecrãs internos, som ambiente, sinalética e redes do shopping ao serviço da divulgação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FINANCEIRO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688836" y="3108960"/>
            <a:ext cx="4535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financeira correspondente ao estatuto de Palco Oficial, em valor a negociar em função do pacote final de contrapartidas e do calendário de operação.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688836" y="4023360"/>
            <a:ext cx="4535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realização do casting no shopping substitui custos de auditório e logística de espaço, considerados na valorização da parceria. Mas a exposição em antena e digital tem valor comercial próprio, e é esse valor que o estatuto remunera.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PATROCÍNIO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investimento · Palco Oficial.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3212" y="208483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 PALCO OFICIAL · SHOPPING OUTLET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53212" y="2395728"/>
            <a:ext cx="5358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47.000.000 Kz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53212" y="309067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global do estatuto, assim composto: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" y="3474720"/>
            <a:ext cx="4535424" cy="566928"/>
          </a:xfrm>
          <a:prstGeom prst="roundRect">
            <a:avLst>
              <a:gd name="adj" fmla="val 9677"/>
            </a:avLst>
          </a:prstGeom>
          <a:solidFill>
            <a:srgbClr val="1F0605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4692" y="3474720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financeiro</a:t>
            </a:r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37.000.000 Kz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64692" y="4169664"/>
            <a:ext cx="4535424" cy="566928"/>
          </a:xfrm>
          <a:prstGeom prst="roundRect">
            <a:avLst>
              <a:gd name="adj" fmla="val 9677"/>
            </a:avLst>
          </a:prstGeom>
          <a:solidFill>
            <a:srgbClr val="1F0605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4692" y="4169664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em espécie valorizadas</a:t>
            </a:r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10.000.000 Kz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77356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INVESTIMENTO INCLUI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688836" y="3154680"/>
            <a:ext cx="4581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completa do casting dentro do shopping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em todos os episódios da fase, genérico e teasers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digital de convocatória nacional com a localização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da categoria de centros comerciais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no espaço, gala de anúncio do elenco e antestreia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abertura de negociação, sujeitos a ajuste em função do pacote final de contrapartidas e do calendário.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PATROCÍNIOS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 Palco Oficial reforçam-se.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4812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PATROCINADOR MASTER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em negociação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54380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Detém a associação nominal principal ao programa e a exclusividade da sua categoria. Ganha no shopping um ponto físico de activação de excelência.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9684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22174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12564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OFICIAL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12564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Outlet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604004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Associação exclusiva à fase presencial do casting e à categoria de centros comerciais. Ganha o peso mediático de um projecto com patrocínio nacional.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9308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24060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2174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2188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ABERTAS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2188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 parceiros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453628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e mobilidade, hotelaria, telecomunicações, banca e seguros, alimentação e bebidas, com exclusividade dentro de cada categoria.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1737360" y="5120640"/>
            <a:ext cx="8714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conflito entre estatutos. O naming principal do programa mantém-se no Master. O Shopping Outlet detém, em exclusivo, o acontecimento.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OPERACIONAL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profissional, shopping a funcionar.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2396" y="1828800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9284" y="1965960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939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96796" y="19202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 completa de exteriores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905756" y="190195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realização, câmaras, drone, gimbal, áudio, play out, cenografia, caracterização e segurança de produção, nos moldes já orçamentados para a tour.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96" y="2761488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9284" y="2898648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0266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96796" y="285292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Montagem nocturna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905756" y="28346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Cenografia montada em horário acordado com a administração, sem perturbar o funcionamento normal das lojas.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82396" y="3694176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9284" y="3831336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395935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96796" y="378561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Credenciação e blocos horários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4905756" y="37673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apenas por convocatória de pré-seleccionados, com credencial digital e horários por blocos, para controlar a afluência.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82396" y="4626864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29284" y="4764024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89204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96796" y="47183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separado por função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905756" y="47000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Audições avaliativas em sala fechada. No Palco da Chance, som dimensionado para espectáculo, em convivência com o ambiente do shopping.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82396" y="5559552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129284" y="5696712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582472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96796" y="5650992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Contingência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905756" y="56327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de energia via gerador, plano de evacuação articulado com o shopping e margem de reagendamento entre fins-de-semana.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MITIGAÇÃO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Honestidade antes do aplauso.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05256" y="1783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157216" y="17830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MITIGAÇÃO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5256" y="2103120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" y="2194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Multidões acima do previsto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57216" y="2103120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85816" y="2194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 apenas por convocatória com credencial, blocos horários rígidos e comunicação clara: sem credencial não há audição.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5256" y="3182112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33856" y="32735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Perturbação dos lojistas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157216" y="3182112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85816" y="3273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Perímetros de fila fora das frentes de loja, operação concentrada em fins-de-semana e reuniões prévias com os lojistas.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" y="4261104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435254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 das audições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57216" y="4261104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85816" y="435254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total entre o espectáculo público e a avaliação em sala fechada, já prevista na mecânica do formato.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256" y="5340096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543153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Sobreposição de marcas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157216" y="5340096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85816" y="543153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categorias com exclusividade e aprovação prévia de todas as activações pela produção.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projecto desta dimensão num espaço comercial em funcionamento exige planeamento, não improviso.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COM A NOVELA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é a primeira etapa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Filhos da Terra.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2331720"/>
            <a:ext cx="8348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conhecerá os futuros actores antes da estreia da produção, criando identificação, expectativa e envolvimento com a nova ficção da Rede Girassol.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15000" y="3657600"/>
            <a:ext cx="777240" cy="411480"/>
          </a:xfrm>
          <a:prstGeom prst="rightArrow">
            <a:avLst/>
          </a:prstGeom>
          <a:solidFill>
            <a:srgbClr val="D9A441"/>
          </a:solidFill>
          <a:ln/>
        </p:spPr>
      </p:sp>
      <p:sp>
        <p:nvSpPr>
          <p:cNvPr id="8" name="Shape 6"/>
          <p:cNvSpPr/>
          <p:nvPr/>
        </p:nvSpPr>
        <p:spPr>
          <a:xfrm>
            <a:off x="681228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FILHOS DA TERRA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754880"/>
            <a:ext cx="8348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Shopping Outlet, a associação não termina com o casting. O elenco revelado no seu palco protagonizará a próxima grande novela do canal, e cada referência à origem desses actores é uma referência ao lugar onde foram descobertos.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5087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escolher actores,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descobrir estrelas.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200400"/>
            <a:ext cx="8531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parceria transforma o Shopping Outlet no palco de um acontecimento televisivo nacional, converte audiência em visitas e visitas em consumo, e associa a marca aos valores de talento, inclusão e oportunidade que definem A Grande Chance.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0" y="443484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0" y="4983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procura dos novos rostos de Filhos da Terra.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0" y="53492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 E este ano sobe ao palco no Shopping Outlet.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parceria sujeita a alinhamento institucional e aprovação interna das partes.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Grande Chance 2026 · Edição Shopping Outlet</dc:title>
  <dc:subject>PptxGenJS Presentation</dc:subject>
  <dc:creator>Rede Girassol</dc:creator>
  <cp:lastModifiedBy>Rede Girassol</cp:lastModifiedBy>
  <cp:revision>1</cp:revision>
  <dcterms:created xsi:type="dcterms:W3CDTF">2026-09-07T10:29:25Z</dcterms:created>
  <dcterms:modified xsi:type="dcterms:W3CDTF">2026-09-07T10:29:25Z</dcterms:modified>
</cp:coreProperties>
</file>